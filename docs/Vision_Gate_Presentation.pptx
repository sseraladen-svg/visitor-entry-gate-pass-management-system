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Vision Entry Gate Pass Management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Secure Visitor Management Solution</a:t>
            </a:r>
          </a:p>
          <a:p/>
          <a:p>
            <a:r>
              <a:t>Presented by: Vision Gate Team</a:t>
            </a:r>
          </a:p>
          <a:p>
            <a:r>
              <a:t>Date: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Current Challenges</a:t>
            </a:r>
          </a:p>
          <a:p>
            <a:r>
              <a:t>• Manual visitor registration processes</a:t>
            </a:r>
          </a:p>
          <a:p>
            <a:r>
              <a:t>• Paper-based gate pass systems</a:t>
            </a:r>
          </a:p>
          <a:p>
            <a:r>
              <a:t>• Security concerns with unverified visitors</a:t>
            </a:r>
          </a:p>
          <a:p>
            <a:r>
              <a:t>• Lack of real-time tracking</a:t>
            </a:r>
          </a:p>
          <a:p>
            <a:r>
              <a:t>• Inefficient verification processes</a:t>
            </a:r>
          </a:p>
          <a:p>
            <a:r>
              <a:t>Need for Automation</a:t>
            </a:r>
          </a:p>
          <a:p>
            <a:r>
              <a:t>• Streamlined visitor management</a:t>
            </a:r>
          </a:p>
          <a:p>
            <a:r>
              <a:t>• Enhanced security measures</a:t>
            </a:r>
          </a:p>
          <a:p>
            <a:r>
              <a:t>• Digital record keeping</a:t>
            </a:r>
          </a:p>
          <a:p>
            <a:r>
              <a:t>• Quick verification process</a:t>
            </a:r>
          </a:p>
          <a:p>
            <a:r>
              <a:t>• Audit trail capabilities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is Vision Gate?</a:t>
            </a:r>
          </a:p>
          <a:p>
            <a:r>
              <a:t>A web-based visitor management system that automates gate pass creation and verification processes.</a:t>
            </a:r>
          </a:p>
          <a:p>
            <a:r>
              <a:t>Key Features</a:t>
            </a:r>
          </a:p>
          <a:p>
            <a:r>
              <a:t>🔐 Secure admin authentication</a:t>
            </a:r>
          </a:p>
          <a:p>
            <a:r>
              <a:t>📝 Digital gate pass creation</a:t>
            </a:r>
          </a:p>
          <a:p>
            <a:r>
              <a:t>✅ Real-time pass verification</a:t>
            </a:r>
          </a:p>
          <a:p>
            <a:r>
              <a:t>📊 In-memory data management</a:t>
            </a:r>
          </a:p>
          <a:p>
            <a:r>
              <a:t>🎨 Modern user interface</a:t>
            </a:r>
          </a:p>
          <a:p>
            <a:r>
              <a:t>Technology Stack</a:t>
            </a:r>
          </a:p>
          <a:p>
            <a:r>
              <a:t>Backend: Java Spring Boot 3.5.0</a:t>
            </a:r>
          </a:p>
          <a:p>
            <a:r>
              <a:t>Frontend: HTML5 with modern CSS</a:t>
            </a:r>
          </a:p>
          <a:p>
            <a:r>
              <a:t>Database: In-memory storage (prototype)</a:t>
            </a:r>
          </a:p>
          <a:p>
            <a:r>
              <a:t>Server: Apache Tomcat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Components</a:t>
            </a:r>
          </a:p>
          <a:p>
            <a:r>
              <a:t>User Interface (HTML/CSS/JS)</a:t>
            </a:r>
          </a:p>
          <a:p>
            <a:r>
              <a:t>Controllers (Spring Boot)</a:t>
            </a:r>
          </a:p>
          <a:p>
            <a:r>
              <a:t>Business Logic (Java Models)</a:t>
            </a:r>
          </a:p>
          <a:p>
            <a:r>
              <a:t>Data Storage (In-Memory)</a:t>
            </a:r>
          </a:p>
          <a:p>
            <a:r>
              <a:t>User Flow</a:t>
            </a:r>
          </a:p>
          <a:p>
            <a:r>
              <a:t>1. Admin login with credentials</a:t>
            </a:r>
          </a:p>
          <a:p>
            <a:r>
              <a:t>2. Create visitor gate pass</a:t>
            </a:r>
          </a:p>
          <a:p>
            <a:r>
              <a:t>3. System generates unique pass ID</a:t>
            </a:r>
          </a:p>
          <a:p>
            <a:r>
              <a:t>4. Security personnel verify pass</a:t>
            </a:r>
          </a:p>
          <a:p>
            <a:r>
              <a:t>5. Real-time validation response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 &amp;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Authentication System</a:t>
            </a:r>
          </a:p>
          <a:p>
            <a:r>
              <a:t>Username: admin, Password: admin123</a:t>
            </a:r>
          </a:p>
          <a:p>
            <a:r>
              <a:t>Secure session management</a:t>
            </a:r>
          </a:p>
          <a:p>
            <a:r>
              <a:t>Error handling and feedback</a:t>
            </a:r>
          </a:p>
          <a:p>
            <a:r>
              <a:t>Gate Pass Creation</a:t>
            </a:r>
          </a:p>
          <a:p>
            <a:r>
              <a:t>Visitor name input</a:t>
            </a:r>
          </a:p>
          <a:p>
            <a:r>
              <a:t>Purpose of visit</a:t>
            </a:r>
          </a:p>
          <a:p>
            <a:r>
              <a:t>Automatic pass ID generation</a:t>
            </a:r>
          </a:p>
          <a:p>
            <a:r>
              <a:t>Success confirmation</a:t>
            </a:r>
          </a:p>
          <a:p>
            <a:r>
              <a:t>Pass Verification</a:t>
            </a:r>
          </a:p>
          <a:p>
            <a:r>
              <a:t>Pass ID validation</a:t>
            </a:r>
          </a:p>
          <a:p>
            <a:r>
              <a:t>Instant status check</a:t>
            </a:r>
          </a:p>
          <a:p>
            <a:r>
              <a:t>Visitor information display</a:t>
            </a:r>
          </a:p>
          <a:p>
            <a:r>
              <a:t>Invalid pass handling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Planned Improvements</a:t>
            </a:r>
          </a:p>
          <a:p>
            <a:r>
              <a:t>🗄️ MySQL database integration</a:t>
            </a:r>
          </a:p>
          <a:p>
            <a:r>
              <a:t>🔑 JWT-based authentication</a:t>
            </a:r>
          </a:p>
          <a:p>
            <a:r>
              <a:t>📱 Mobile-responsive design</a:t>
            </a:r>
          </a:p>
          <a:p>
            <a:r>
              <a:t>📊 Advanced reporting features</a:t>
            </a:r>
          </a:p>
          <a:p>
            <a:r>
              <a:t>🖼️ QR code generation</a:t>
            </a:r>
          </a:p>
          <a:p>
            <a:r>
              <a:t>⏰ Time-based pass expiration</a:t>
            </a:r>
          </a:p>
          <a:p>
            <a:r>
              <a:t>📧 Email notifications</a:t>
            </a:r>
          </a:p>
          <a:p>
            <a:r>
              <a:t>🔄 Visitor history tracking</a:t>
            </a:r>
          </a:p>
          <a:p>
            <a:r>
              <a:t>Benefits Achieved</a:t>
            </a:r>
          </a:p>
          <a:p>
            <a:r>
              <a:t>✅ Streamlined visitor management</a:t>
            </a:r>
          </a:p>
          <a:p>
            <a:r>
              <a:t>✅ Enhanced security protocols</a:t>
            </a:r>
          </a:p>
          <a:p>
            <a:r>
              <a:t>✅ Digital documentation</a:t>
            </a:r>
          </a:p>
          <a:p>
            <a:r>
              <a:t>✅ Quick verification process</a:t>
            </a:r>
          </a:p>
          <a:p>
            <a:r>
              <a:t>✅ User-friendly interface</a:t>
            </a:r>
          </a:p>
          <a:p>
            <a:r>
              <a:t>Conclusion</a:t>
            </a:r>
          </a:p>
          <a:p>
            <a:r>
              <a:t>Vision Gate provides a modern, secure solution for visitor management with room for future expansion.</a:t>
            </a:r>
          </a:p>
          <a:p>
            <a:r>
              <a:t>Thank You!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